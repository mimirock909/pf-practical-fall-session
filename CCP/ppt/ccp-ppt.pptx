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55113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845820" y="1604645"/>
            <a:ext cx="7394575" cy="12204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en-US" altLang="zh-CN" sz="3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COMPLEX COMPUTING PROBLEM</a:t>
            </a:r>
            <a:endParaRPr lang="en-US" altLang="zh-CN" sz="320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altLang="zh-CN" sz="3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STUDENT MANAGEMENT SYSTEM</a:t>
            </a:r>
            <a:endParaRPr lang="en-US" altLang="zh-CN" sz="320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3680" y="2996565"/>
            <a:ext cx="6368415" cy="276542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67055" y="5933440"/>
            <a:ext cx="7305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Group members:Musfirah-161  Areeba-162  Afifa-167</a:t>
            </a:r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/>
              <a:t>Our CCP project </a:t>
            </a:r>
            <a:r>
              <a:rPr lang="en-US" sz="2800"/>
              <a:t>i</a:t>
            </a:r>
            <a:r>
              <a:rPr sz="2800"/>
              <a:t>s based on the Student Management System.</a:t>
            </a:r>
            <a:endParaRPr sz="2800"/>
          </a:p>
          <a:p>
            <a:r>
              <a:rPr sz="2800"/>
              <a:t>This program is used to store student data entered by the user.</a:t>
            </a:r>
            <a:endParaRPr sz="2800"/>
          </a:p>
          <a:p>
            <a:r>
              <a:rPr sz="2800"/>
              <a:t>It helps manage student information such as name, department, roll number, GPA, email, and phone number.</a:t>
            </a:r>
            <a:endParaRPr sz="2800"/>
          </a:p>
          <a:p>
            <a:r>
              <a:rPr sz="2800"/>
              <a:t>The main goal was to create a simple program that stores and retrieves this data efficiently.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  <a:r>
              <a:t>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r>
              <a:t>To solve this problem, we created a structured program using functions.</a:t>
            </a:r>
          </a:p>
          <a:p>
            <a:r>
              <a:t>We divided the work among three group members:</a:t>
            </a:r>
          </a:p>
          <a:p>
            <a:r>
              <a:t>- </a:t>
            </a:r>
            <a:r>
              <a:rPr lang="en-US"/>
              <a:t>Musfirah</a:t>
            </a:r>
            <a:r>
              <a:t>: Designed the basic structure, Enter and View functions</a:t>
            </a:r>
          </a:p>
          <a:p>
            <a:r>
              <a:t>- </a:t>
            </a:r>
            <a:r>
              <a:rPr lang="en-US"/>
              <a:t>Areeba</a:t>
            </a:r>
            <a:r>
              <a:t>: Created the Search and Modify functions</a:t>
            </a:r>
          </a:p>
          <a:p>
            <a:r>
              <a:t>- Afifa: Developed the Delete function</a:t>
            </a:r>
          </a:p>
          <a:p>
            <a:r>
              <a:t>Each function was written to handle a specific part of the student record management process.</a:t>
            </a:r>
          </a:p>
          <a:p>
            <a:r>
              <a:rPr lang="en-US"/>
              <a:t>In the end we determined that in which function there was some problem and debug it and our program was working without any errors.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4750"/>
            <a:ext cx="7718425" cy="4046855"/>
          </a:xfrm>
        </p:spPr>
        <p:txBody>
          <a:bodyPr/>
          <a:lstStyle/>
          <a:p>
            <a:r>
              <a:rPr sz="2800"/>
              <a:t>The enter() function allows the user to input student records. It supports both single and multiple entries and stores details like name, department, roll number, GPA, email, and phone number.</a:t>
            </a:r>
            <a:endParaRPr sz="2800"/>
          </a:p>
          <a:p>
            <a:endParaRPr sz="2800"/>
          </a:p>
          <a:p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The search() function finds a student's record using their roll number. If </a:t>
            </a:r>
            <a:r>
              <a:rPr lang="en-US" sz="2800"/>
              <a:t>the entered roll no matches the roll no we already stored using entered function it shows record found,and shows the data stored in that roll no</a:t>
            </a:r>
            <a:endParaRPr sz="2800"/>
          </a:p>
          <a:p>
            <a:endParaRPr sz="2800"/>
          </a:p>
          <a:p>
            <a:endParaRPr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Modify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The modify() function updates a student's details using their roll number. </a:t>
            </a:r>
            <a:r>
              <a:rPr lang="en-US" sz="2400"/>
              <a:t>It works same like  search function but don’t just read data but also use scanf function to update the data stored ,in simpler words </a:t>
            </a:r>
            <a:r>
              <a:rPr sz="2400"/>
              <a:t>It overwrites the old data with new values entered by the user.</a:t>
            </a:r>
            <a:endParaRPr sz="2400"/>
          </a:p>
          <a:p>
            <a:endParaRPr sz="1600"/>
          </a:p>
          <a:p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Delete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delet() function removes either a specific student's record or all records at once. It shifts remaining data to maintain array order.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This project helped us understand the concept of modular programming in C.</a:t>
            </a:r>
            <a:endParaRPr sz="2800"/>
          </a:p>
          <a:p>
            <a:r>
              <a:rPr sz="2800"/>
              <a:t>We learned how to manage structured data using arrays and functions.</a:t>
            </a:r>
            <a:endParaRPr sz="2800"/>
          </a:p>
          <a:p>
            <a:r>
              <a:rPr sz="2800"/>
              <a:t>The program successfully performs all CRUD operations on student data.</a:t>
            </a:r>
            <a:endParaRPr sz="2800"/>
          </a:p>
          <a:p>
            <a:endParaRPr sz="2800"/>
          </a:p>
          <a:p>
            <a:r>
              <a:rPr sz="2800"/>
              <a:t>Thank you!</a:t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2054</Words>
  <Application>WPS Presentation</Application>
  <PresentationFormat>On-screen Show (4:3)</PresentationFormat>
  <Paragraphs>53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Communications and Dialogues</vt:lpstr>
      <vt:lpstr>PowerPoint 演示文稿</vt:lpstr>
      <vt:lpstr>Problem Statement</vt:lpstr>
      <vt:lpstr>Solution / Project Approach</vt:lpstr>
      <vt:lpstr>Enter Function</vt:lpstr>
      <vt:lpstr>Search Function</vt:lpstr>
      <vt:lpstr>Modify Function</vt:lpstr>
      <vt:lpstr>Delete Function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Areeba 162</cp:lastModifiedBy>
  <cp:revision>3</cp:revision>
  <dcterms:created xsi:type="dcterms:W3CDTF">2013-01-27T09:14:00Z</dcterms:created>
  <dcterms:modified xsi:type="dcterms:W3CDTF">2025-11-11T13:38:19Z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9886B67ACEB84D8DAFF7680423AC01BF_13</vt:lpwstr>
  </property>
  <property fmtid="{D5CDD505-2E9C-101B-9397-08002B2CF9AE}" pid="3" name="KSOProductBuildVer">
    <vt:lpwstr>1033-12.2.0.23131</vt:lpwstr>
  </property>
</Properties>
</file>